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21945600" cy="32918400"/>
  <p:notesSz cx="6668770" cy="9926320"/>
  <p:embeddedFontLst>
    <p:embeddedFont>
      <p:font typeface="Arial Narrow" panose="020B0706020202030204" pitchFamily="34" charset="0"/>
      <p:regular r:id="rId9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706020202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94" userDrawn="1">
          <p15:clr>
            <a:srgbClr val="A4A3A4"/>
          </p15:clr>
        </p15:guide>
        <p15:guide id="2" orient="horz" pos="18710" userDrawn="1">
          <p15:clr>
            <a:srgbClr val="A4A3A4"/>
          </p15:clr>
        </p15:guide>
        <p15:guide id="3" pos="-955" userDrawn="1">
          <p15:clr>
            <a:srgbClr val="A4A3A4"/>
          </p15:clr>
        </p15:guide>
        <p15:guide id="4" pos="4105" userDrawn="1">
          <p15:clr>
            <a:srgbClr val="A4A3A4"/>
          </p15:clr>
        </p15:guide>
        <p15:guide id="5" pos="4369" userDrawn="1">
          <p15:clr>
            <a:srgbClr val="A4A3A4"/>
          </p15:clr>
        </p15:guide>
        <p15:guide id="6" pos="14760" userDrawn="1">
          <p15:clr>
            <a:srgbClr val="A4A3A4"/>
          </p15:clr>
        </p15:guide>
        <p15:guide id="7" pos="9428" userDrawn="1">
          <p15:clr>
            <a:srgbClr val="A4A3A4"/>
          </p15:clr>
        </p15:guide>
        <p15:guide id="8" pos="96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he Lu" initials="J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ED2AB"/>
    <a:srgbClr val="FF8D91"/>
    <a:srgbClr val="FF9F89"/>
    <a:srgbClr val="0A9396"/>
    <a:srgbClr val="005F73"/>
    <a:srgbClr val="12F307"/>
    <a:srgbClr val="FF66CC"/>
    <a:srgbClr val="FF33CC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86" autoAdjust="0"/>
    <p:restoredTop sz="93867" autoAdjust="0"/>
  </p:normalViewPr>
  <p:slideViewPr>
    <p:cSldViewPr snapToGrid="0" snapToObjects="1" showGuides="1">
      <p:cViewPr>
        <p:scale>
          <a:sx n="39" d="100"/>
          <a:sy n="39" d="100"/>
        </p:scale>
        <p:origin x="24" y="24"/>
      </p:cViewPr>
      <p:guideLst>
        <p:guide orient="horz" pos="4194"/>
        <p:guide orient="horz" pos="18710"/>
        <p:guide pos="-955"/>
        <p:guide pos="4105"/>
        <p:guide pos="4369"/>
        <p:guide pos="14760"/>
        <p:guide pos="9428"/>
        <p:guide pos="96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7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7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93648" y="744538"/>
            <a:ext cx="2481791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153"/>
            <a:ext cx="5335270" cy="4466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889938" cy="496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7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28583"/>
            <a:ext cx="2889938" cy="496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704020202020204" pitchFamily="34" charset="0"/>
              </a:defRPr>
            </a:lvl1pPr>
          </a:lstStyle>
          <a:p>
            <a:fld id="{61F556E2-1959-40AA-AE19-3C34AE6979FD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MS PGothic" panose="020B0600070205080204" pitchFamily="34" charset="-128"/>
        <a:cs typeface="MS PGothic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MS PGothic" panose="020B0600070205080204" pitchFamily="34" charset="-128"/>
        <a:cs typeface="MS PGothic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MS PGothic" panose="020B0600070205080204" pitchFamily="34" charset="-128"/>
        <a:cs typeface="MS PGothic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MS PGothic" panose="020B0600070205080204" pitchFamily="34" charset="-128"/>
        <a:cs typeface="MS PGothic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704020202020204" pitchFamily="34" charset="0"/>
        <a:ea typeface="MS PGothic" panose="020B0600070205080204" pitchFamily="34" charset="-128"/>
        <a:cs typeface="MS PGothic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556E2-1959-40AA-AE19-3C34AE6979F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9860" y="10618744"/>
            <a:ext cx="6744508" cy="20217808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616772" y="10618744"/>
            <a:ext cx="6744508" cy="20217807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/>
          </p:nvPr>
        </p:nvSpPr>
        <p:spPr>
          <a:xfrm>
            <a:off x="9097549" y="5274211"/>
            <a:ext cx="12400642" cy="3911658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3190"/>
            </a:lvl2pPr>
            <a:lvl3pPr>
              <a:defRPr sz="3190"/>
            </a:lvl3pPr>
            <a:lvl4pPr>
              <a:defRPr sz="3190"/>
            </a:lvl4pPr>
            <a:lvl5pPr>
              <a:defRPr sz="319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79861" y="4367682"/>
            <a:ext cx="7136911" cy="4815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20">
                <a:latin typeface="+mn-lt"/>
              </a:defRPr>
            </a:lvl1pPr>
          </a:lstStyle>
          <a:p>
            <a:r>
              <a:rPr lang="en-GB" sz="3200" b="1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Prepared</a:t>
            </a:r>
            <a: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by</a:t>
            </a:r>
            <a:endParaRPr lang="en-GB" sz="3200" b="1" baseline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b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</a:b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 Surname; Name Surname, Name Surname, Name Surname, Name Surname , Name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</a:t>
            </a: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suraname</a:t>
            </a:r>
            <a:endParaRPr lang="en-GB" sz="3200" b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8352097" y="4367096"/>
            <a:ext cx="13146094" cy="73130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190" b="0" baseline="0">
                <a:solidFill>
                  <a:srgbClr val="79954A"/>
                </a:solidFill>
              </a:defRPr>
            </a:lvl1pPr>
          </a:lstStyle>
          <a:p>
            <a:pPr lvl="0"/>
            <a:r>
              <a:rPr lang="en-GB" sz="4400" dirty="0"/>
              <a:t>Introduction/ Project description</a:t>
            </a:r>
            <a:endParaRPr lang="en-GB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7616772" y="9746865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79861" y="9746864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17"/>
          </p:nvPr>
        </p:nvSpPr>
        <p:spPr>
          <a:xfrm>
            <a:off x="14753683" y="10618745"/>
            <a:ext cx="6744508" cy="20217807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14753683" y="9746866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4" name="Title 22"/>
          <p:cNvSpPr>
            <a:spLocks noGrp="1"/>
          </p:cNvSpPr>
          <p:nvPr>
            <p:ph type="title" hasCustomPrompt="1"/>
          </p:nvPr>
        </p:nvSpPr>
        <p:spPr>
          <a:xfrm>
            <a:off x="479861" y="351614"/>
            <a:ext cx="14273822" cy="31938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8700" baseline="0"/>
            </a:lvl1pPr>
          </a:lstStyle>
          <a:p>
            <a:r>
              <a:rPr lang="en-US" dirty="0"/>
              <a:t>Poster title goes here</a:t>
            </a:r>
            <a:endParaRPr lang="en-GB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254930" y="31259623"/>
            <a:ext cx="17188025" cy="100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3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GB" dirty="0"/>
              <a:t>Grant agreement or any other small font information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9860" y="16660719"/>
            <a:ext cx="6744508" cy="14082143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616772" y="16660720"/>
            <a:ext cx="6744508" cy="14082143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/>
          </p:nvPr>
        </p:nvSpPr>
        <p:spPr>
          <a:xfrm>
            <a:off x="9097549" y="5274211"/>
            <a:ext cx="12400642" cy="3911658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3190"/>
            </a:lvl2pPr>
            <a:lvl3pPr>
              <a:defRPr sz="3190"/>
            </a:lvl3pPr>
            <a:lvl4pPr>
              <a:defRPr sz="3190"/>
            </a:lvl4pPr>
            <a:lvl5pPr>
              <a:defRPr sz="319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79861" y="4367682"/>
            <a:ext cx="7136911" cy="4815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20">
                <a:latin typeface="+mn-lt"/>
              </a:defRPr>
            </a:lvl1pPr>
          </a:lstStyle>
          <a:p>
            <a:r>
              <a:rPr lang="en-GB" sz="3200" b="1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Prepared</a:t>
            </a:r>
            <a: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by</a:t>
            </a:r>
            <a:endParaRPr lang="en-GB" sz="3200" b="1" baseline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b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</a:b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 Surname; Name Surname, Name Surname, Name Surname, Name Surname , Name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</a:t>
            </a: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suraname</a:t>
            </a:r>
            <a:endParaRPr lang="en-GB" sz="3200" b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8352097" y="4367096"/>
            <a:ext cx="13146094" cy="73130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190" b="0" baseline="0">
                <a:solidFill>
                  <a:srgbClr val="79954A"/>
                </a:solidFill>
              </a:defRPr>
            </a:lvl1pPr>
          </a:lstStyle>
          <a:p>
            <a:pPr lvl="0"/>
            <a:r>
              <a:rPr lang="en-GB" sz="4400" dirty="0"/>
              <a:t>Introduction/ Project description</a:t>
            </a:r>
            <a:endParaRPr lang="en-GB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7616772" y="15788840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79861" y="15788840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17"/>
          </p:nvPr>
        </p:nvSpPr>
        <p:spPr>
          <a:xfrm>
            <a:off x="14753683" y="16660721"/>
            <a:ext cx="6744508" cy="14082143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14753683" y="15788841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479860" y="9813699"/>
            <a:ext cx="21018326" cy="73130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48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4400" dirty="0"/>
              <a:t>Subtitle</a:t>
            </a:r>
            <a:endParaRPr lang="en-GB" dirty="0"/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479863" y="12044717"/>
            <a:ext cx="21018330" cy="2957483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479864" y="11172837"/>
            <a:ext cx="21018330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2" name="Title 22"/>
          <p:cNvSpPr>
            <a:spLocks noGrp="1"/>
          </p:cNvSpPr>
          <p:nvPr>
            <p:ph type="title" hasCustomPrompt="1"/>
          </p:nvPr>
        </p:nvSpPr>
        <p:spPr>
          <a:xfrm>
            <a:off x="479861" y="351614"/>
            <a:ext cx="14273822" cy="31938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8700" baseline="0"/>
            </a:lvl1pPr>
          </a:lstStyle>
          <a:p>
            <a:r>
              <a:rPr lang="en-US" dirty="0"/>
              <a:t>Poster title goes here</a:t>
            </a:r>
            <a:endParaRPr lang="en-GB" dirty="0"/>
          </a:p>
        </p:txBody>
      </p:sp>
      <p:sp>
        <p:nvSpPr>
          <p:cNvPr id="2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254930" y="31259623"/>
            <a:ext cx="17188025" cy="100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3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GB" dirty="0"/>
              <a:t>Grant agreement or any other small font information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9860" y="10618744"/>
            <a:ext cx="6744508" cy="5907116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479861" y="18165138"/>
            <a:ext cx="6744508" cy="1267141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/>
          </p:nvPr>
        </p:nvSpPr>
        <p:spPr>
          <a:xfrm>
            <a:off x="9097549" y="5274211"/>
            <a:ext cx="12400642" cy="3911658"/>
          </a:xfrm>
          <a:prstGeom prst="rect">
            <a:avLst/>
          </a:prstGeom>
        </p:spPr>
        <p:txBody>
          <a:bodyPr/>
          <a:lstStyle>
            <a:lvl1pPr marL="203835" marR="0" indent="-203835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•"/>
              <a:defRPr sz="3190"/>
            </a:lvl1pPr>
            <a:lvl2pPr marL="439420" marR="0" indent="-168275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–"/>
              <a:defRPr sz="3190"/>
            </a:lvl2pPr>
            <a:lvl3pPr marL="680085" marR="0" indent="-13716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•"/>
              <a:defRPr sz="3190"/>
            </a:lvl3pPr>
            <a:lvl4pPr marL="951865" marR="0" indent="-13589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–"/>
              <a:defRPr sz="3190"/>
            </a:lvl4pPr>
            <a:lvl5pPr marL="1223645" marR="0" indent="-13589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»"/>
              <a:defRPr sz="319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79861" y="4367682"/>
            <a:ext cx="7136911" cy="4815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20">
                <a:latin typeface="+mn-lt"/>
              </a:defRPr>
            </a:lvl1pPr>
          </a:lstStyle>
          <a:p>
            <a:r>
              <a:rPr lang="en-GB" sz="3200" b="1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Prepared</a:t>
            </a:r>
            <a: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by</a:t>
            </a:r>
            <a:endParaRPr lang="en-GB" sz="3200" b="1" baseline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b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</a:b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 Surname; Name Surname, Name Surname, Name Surname, Name Surname , Name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</a:t>
            </a: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suraname</a:t>
            </a:r>
            <a:endParaRPr lang="en-GB" sz="3200" b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8352097" y="4367096"/>
            <a:ext cx="13146094" cy="73130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48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4400" dirty="0"/>
              <a:t>Introduction/ Project description</a:t>
            </a:r>
            <a:endParaRPr lang="en-GB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79861" y="17293259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79861" y="9746864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17"/>
          </p:nvPr>
        </p:nvSpPr>
        <p:spPr>
          <a:xfrm>
            <a:off x="8352097" y="10618745"/>
            <a:ext cx="13146094" cy="5907115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8352097" y="9746866"/>
            <a:ext cx="13146094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9"/>
          </p:nvPr>
        </p:nvSpPr>
        <p:spPr>
          <a:xfrm>
            <a:off x="8352097" y="18165138"/>
            <a:ext cx="13146094" cy="499299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8352097" y="17293259"/>
            <a:ext cx="13146094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1" name="Content Placeholder 2"/>
          <p:cNvSpPr>
            <a:spLocks noGrp="1"/>
          </p:cNvSpPr>
          <p:nvPr>
            <p:ph idx="21"/>
          </p:nvPr>
        </p:nvSpPr>
        <p:spPr>
          <a:xfrm>
            <a:off x="8352098" y="24818531"/>
            <a:ext cx="13146094" cy="5907115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8352098" y="23946652"/>
            <a:ext cx="13146094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3" name="Title 22"/>
          <p:cNvSpPr>
            <a:spLocks noGrp="1"/>
          </p:cNvSpPr>
          <p:nvPr>
            <p:ph type="title" hasCustomPrompt="1"/>
          </p:nvPr>
        </p:nvSpPr>
        <p:spPr>
          <a:xfrm>
            <a:off x="479861" y="351614"/>
            <a:ext cx="14273822" cy="31938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8700" baseline="0"/>
            </a:lvl1pPr>
          </a:lstStyle>
          <a:p>
            <a:r>
              <a:rPr lang="en-US" dirty="0"/>
              <a:t>Poster title goes here</a:t>
            </a:r>
            <a:endParaRPr lang="en-GB" dirty="0"/>
          </a:p>
        </p:txBody>
      </p:sp>
      <p:sp>
        <p:nvSpPr>
          <p:cNvPr id="2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254930" y="31259623"/>
            <a:ext cx="17188025" cy="100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3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GB" dirty="0"/>
              <a:t>Grant agreement or any other small font information</a:t>
            </a:r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text boxes. 3 imag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9860" y="10618744"/>
            <a:ext cx="6744508" cy="5907116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479861" y="18165138"/>
            <a:ext cx="6744508" cy="1267141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/>
          </p:nvPr>
        </p:nvSpPr>
        <p:spPr>
          <a:xfrm>
            <a:off x="9097549" y="5274211"/>
            <a:ext cx="12400642" cy="3911658"/>
          </a:xfrm>
          <a:prstGeom prst="rect">
            <a:avLst/>
          </a:prstGeom>
        </p:spPr>
        <p:txBody>
          <a:bodyPr/>
          <a:lstStyle>
            <a:lvl1pPr marL="203835" marR="0" indent="-203835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•"/>
              <a:defRPr sz="3190"/>
            </a:lvl1pPr>
            <a:lvl2pPr marL="439420" marR="0" indent="-168275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–"/>
              <a:defRPr sz="3190"/>
            </a:lvl2pPr>
            <a:lvl3pPr marL="680085" marR="0" indent="-13716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•"/>
              <a:defRPr sz="3190"/>
            </a:lvl3pPr>
            <a:lvl4pPr marL="951865" marR="0" indent="-13589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–"/>
              <a:defRPr sz="3190"/>
            </a:lvl4pPr>
            <a:lvl5pPr marL="1223645" marR="0" indent="-13589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»"/>
              <a:defRPr sz="319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79861" y="4367682"/>
            <a:ext cx="7136911" cy="4815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20">
                <a:latin typeface="+mn-lt"/>
              </a:defRPr>
            </a:lvl1pPr>
          </a:lstStyle>
          <a:p>
            <a:r>
              <a:rPr lang="en-GB" sz="3200" b="1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Prepared</a:t>
            </a:r>
            <a: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by</a:t>
            </a:r>
            <a:endParaRPr lang="en-GB" sz="3200" b="1" baseline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b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</a:b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 Surname; Name Surname, Name Surname, Name Surname, Name Surname , Name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</a:t>
            </a: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suraname</a:t>
            </a:r>
            <a:endParaRPr lang="en-GB" sz="3200" b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8352097" y="4367096"/>
            <a:ext cx="13146094" cy="73130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48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4400" dirty="0"/>
              <a:t>Introduction/ Project description</a:t>
            </a:r>
            <a:endParaRPr lang="en-GB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79861" y="17293259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79861" y="9746864"/>
            <a:ext cx="6744508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17"/>
          </p:nvPr>
        </p:nvSpPr>
        <p:spPr>
          <a:xfrm>
            <a:off x="8352097" y="10618745"/>
            <a:ext cx="6009182" cy="5907115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8352097" y="9746866"/>
            <a:ext cx="13146094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9"/>
          </p:nvPr>
        </p:nvSpPr>
        <p:spPr>
          <a:xfrm>
            <a:off x="8352097" y="18165138"/>
            <a:ext cx="6009183" cy="499299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8352097" y="17293259"/>
            <a:ext cx="13146094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1" name="Content Placeholder 2"/>
          <p:cNvSpPr>
            <a:spLocks noGrp="1"/>
          </p:cNvSpPr>
          <p:nvPr>
            <p:ph idx="21"/>
          </p:nvPr>
        </p:nvSpPr>
        <p:spPr>
          <a:xfrm>
            <a:off x="8352098" y="24818531"/>
            <a:ext cx="6009181" cy="5907115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8352098" y="23946652"/>
            <a:ext cx="13146094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4471752" y="10619233"/>
            <a:ext cx="7026440" cy="590662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14471752" y="18165138"/>
            <a:ext cx="7026439" cy="499299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4471751" y="24839651"/>
            <a:ext cx="7026439" cy="588599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5" name="Title 22"/>
          <p:cNvSpPr>
            <a:spLocks noGrp="1"/>
          </p:cNvSpPr>
          <p:nvPr>
            <p:ph type="title" hasCustomPrompt="1"/>
          </p:nvPr>
        </p:nvSpPr>
        <p:spPr>
          <a:xfrm>
            <a:off x="479861" y="351614"/>
            <a:ext cx="14273822" cy="31938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8700" baseline="0"/>
            </a:lvl1pPr>
          </a:lstStyle>
          <a:p>
            <a:r>
              <a:rPr lang="en-US" dirty="0"/>
              <a:t>Poster title goes here</a:t>
            </a:r>
            <a:endParaRPr lang="en-GB" dirty="0"/>
          </a:p>
        </p:txBody>
      </p:sp>
      <p:sp>
        <p:nvSpPr>
          <p:cNvPr id="2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254930" y="31259623"/>
            <a:ext cx="17188025" cy="100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3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GB" dirty="0"/>
              <a:t>Grant agreement or any other small font information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main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9863" y="11877817"/>
            <a:ext cx="21018330" cy="5069469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479863" y="19727208"/>
            <a:ext cx="6744508" cy="10998437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/>
          </p:nvPr>
        </p:nvSpPr>
        <p:spPr>
          <a:xfrm>
            <a:off x="9097549" y="5274211"/>
            <a:ext cx="12400642" cy="3911658"/>
          </a:xfrm>
          <a:prstGeom prst="rect">
            <a:avLst/>
          </a:prstGeom>
        </p:spPr>
        <p:txBody>
          <a:bodyPr/>
          <a:lstStyle>
            <a:lvl1pPr marL="203835" marR="0" indent="-203835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•"/>
              <a:defRPr sz="3190"/>
            </a:lvl1pPr>
            <a:lvl2pPr marL="439420" marR="0" indent="-168275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–"/>
              <a:defRPr sz="3190"/>
            </a:lvl2pPr>
            <a:lvl3pPr marL="680085" marR="0" indent="-13716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•"/>
              <a:defRPr sz="3190"/>
            </a:lvl3pPr>
            <a:lvl4pPr marL="951865" marR="0" indent="-13589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–"/>
              <a:defRPr sz="3190"/>
            </a:lvl4pPr>
            <a:lvl5pPr marL="1223645" marR="0" indent="-13589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»"/>
              <a:defRPr sz="319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79861" y="4367682"/>
            <a:ext cx="7136911" cy="4815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20">
                <a:latin typeface="+mn-lt"/>
              </a:defRPr>
            </a:lvl1pPr>
          </a:lstStyle>
          <a:p>
            <a:r>
              <a:rPr lang="en-GB" sz="3200" b="1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Prepared</a:t>
            </a:r>
            <a: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by</a:t>
            </a:r>
            <a:endParaRPr lang="en-GB" sz="3200" b="1" baseline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b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</a:b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 Surname; Name Surname, Name Surname, Name Surname, Name Surname , Name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</a:t>
            </a: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suraname</a:t>
            </a:r>
            <a:endParaRPr lang="en-GB" sz="3200" b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79860" y="9813699"/>
            <a:ext cx="21018326" cy="73130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48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4400" dirty="0"/>
              <a:t>Subtitle</a:t>
            </a:r>
            <a:endParaRPr lang="en-GB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79863" y="18504447"/>
            <a:ext cx="6744508" cy="973360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479863" y="11005938"/>
            <a:ext cx="21018330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9"/>
          </p:nvPr>
        </p:nvSpPr>
        <p:spPr>
          <a:xfrm>
            <a:off x="8057508" y="19376326"/>
            <a:ext cx="6303775" cy="499299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8057508" y="18504447"/>
            <a:ext cx="6303775" cy="654833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3" name="Content Placeholder 2"/>
          <p:cNvSpPr>
            <a:spLocks noGrp="1"/>
          </p:cNvSpPr>
          <p:nvPr>
            <p:ph idx="23"/>
          </p:nvPr>
        </p:nvSpPr>
        <p:spPr>
          <a:xfrm>
            <a:off x="15194418" y="19376326"/>
            <a:ext cx="6303773" cy="499299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5194418" y="18504447"/>
            <a:ext cx="6303773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7" name="Content Placeholder 2"/>
          <p:cNvSpPr>
            <a:spLocks noGrp="1"/>
          </p:cNvSpPr>
          <p:nvPr>
            <p:ph idx="25"/>
          </p:nvPr>
        </p:nvSpPr>
        <p:spPr>
          <a:xfrm>
            <a:off x="8057505" y="25732652"/>
            <a:ext cx="6303775" cy="4992994"/>
          </a:xfrm>
          <a:prstGeom prst="rect">
            <a:avLst/>
          </a:prstGeom>
        </p:spPr>
        <p:txBody>
          <a:bodyPr/>
          <a:lstStyle>
            <a:lvl1pPr>
              <a:defRPr sz="2610"/>
            </a:lvl1pPr>
            <a:lvl2pPr>
              <a:defRPr sz="2610"/>
            </a:lvl2pPr>
            <a:lvl3pPr>
              <a:defRPr sz="2610"/>
            </a:lvl3pPr>
            <a:lvl4pPr>
              <a:defRPr sz="2610"/>
            </a:lvl4pPr>
            <a:lvl5pPr>
              <a:defRPr sz="261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8" name="Text Placeholder 15"/>
          <p:cNvSpPr>
            <a:spLocks noGrp="1"/>
          </p:cNvSpPr>
          <p:nvPr>
            <p:ph type="body" sz="quarter" idx="26" hasCustomPrompt="1"/>
          </p:nvPr>
        </p:nvSpPr>
        <p:spPr>
          <a:xfrm>
            <a:off x="8057505" y="24860773"/>
            <a:ext cx="6303775" cy="654833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9" name="Content Placeholder 2"/>
          <p:cNvSpPr>
            <a:spLocks noGrp="1"/>
          </p:cNvSpPr>
          <p:nvPr>
            <p:ph idx="27"/>
          </p:nvPr>
        </p:nvSpPr>
        <p:spPr>
          <a:xfrm>
            <a:off x="15194414" y="25732652"/>
            <a:ext cx="6303773" cy="499299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15"/>
          <p:cNvSpPr>
            <a:spLocks noGrp="1"/>
          </p:cNvSpPr>
          <p:nvPr>
            <p:ph type="body" sz="quarter" idx="28" hasCustomPrompt="1"/>
          </p:nvPr>
        </p:nvSpPr>
        <p:spPr>
          <a:xfrm>
            <a:off x="15194414" y="24860773"/>
            <a:ext cx="6303773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31" name="Text Placeholder 15"/>
          <p:cNvSpPr>
            <a:spLocks noGrp="1"/>
          </p:cNvSpPr>
          <p:nvPr>
            <p:ph type="body" sz="quarter" idx="29" hasCustomPrompt="1"/>
          </p:nvPr>
        </p:nvSpPr>
        <p:spPr>
          <a:xfrm>
            <a:off x="8462568" y="4484300"/>
            <a:ext cx="13146094" cy="73130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48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4400" dirty="0"/>
              <a:t>Introduction/ Project description</a:t>
            </a:r>
            <a:endParaRPr lang="en-GB" dirty="0"/>
          </a:p>
        </p:txBody>
      </p:sp>
      <p:sp>
        <p:nvSpPr>
          <p:cNvPr id="32" name="Text Placeholder 15"/>
          <p:cNvSpPr>
            <a:spLocks noGrp="1"/>
          </p:cNvSpPr>
          <p:nvPr>
            <p:ph type="body" sz="quarter" idx="30" hasCustomPrompt="1"/>
          </p:nvPr>
        </p:nvSpPr>
        <p:spPr>
          <a:xfrm>
            <a:off x="479867" y="17438739"/>
            <a:ext cx="21018326" cy="73130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48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4400" dirty="0"/>
              <a:t>Subtitle</a:t>
            </a:r>
            <a:endParaRPr lang="en-GB" dirty="0"/>
          </a:p>
        </p:txBody>
      </p:sp>
      <p:sp>
        <p:nvSpPr>
          <p:cNvPr id="33" name="Title 22"/>
          <p:cNvSpPr>
            <a:spLocks noGrp="1"/>
          </p:cNvSpPr>
          <p:nvPr>
            <p:ph type="title" hasCustomPrompt="1"/>
          </p:nvPr>
        </p:nvSpPr>
        <p:spPr>
          <a:xfrm>
            <a:off x="479861" y="351614"/>
            <a:ext cx="14273822" cy="31938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8700" baseline="0"/>
            </a:lvl1pPr>
          </a:lstStyle>
          <a:p>
            <a:r>
              <a:rPr lang="en-US" dirty="0"/>
              <a:t>Poster title goes here</a:t>
            </a:r>
            <a:endParaRPr lang="en-GB" dirty="0"/>
          </a:p>
        </p:txBody>
      </p:sp>
      <p:sp>
        <p:nvSpPr>
          <p:cNvPr id="3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254930" y="31259623"/>
            <a:ext cx="17188025" cy="100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3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GB" dirty="0"/>
              <a:t>Grant agreement or any other small font information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479860" y="16981310"/>
            <a:ext cx="6744508" cy="13452840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/>
          </p:nvPr>
        </p:nvSpPr>
        <p:spPr>
          <a:xfrm>
            <a:off x="9097549" y="5274211"/>
            <a:ext cx="12400642" cy="8673146"/>
          </a:xfrm>
          <a:prstGeom prst="rect">
            <a:avLst/>
          </a:prstGeom>
        </p:spPr>
        <p:txBody>
          <a:bodyPr/>
          <a:lstStyle>
            <a:lvl1pPr marL="203835" marR="0" indent="-203835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•"/>
              <a:defRPr sz="3190"/>
            </a:lvl1pPr>
            <a:lvl2pPr marL="439420" marR="0" indent="-168275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–"/>
              <a:defRPr sz="3190"/>
            </a:lvl2pPr>
            <a:lvl3pPr marL="680085" marR="0" indent="-13716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•"/>
              <a:defRPr sz="3190"/>
            </a:lvl3pPr>
            <a:lvl4pPr marL="951865" marR="0" indent="-13589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–"/>
              <a:defRPr sz="3190"/>
            </a:lvl4pPr>
            <a:lvl5pPr marL="1223645" marR="0" indent="-135890" algn="l" defTabSz="749300" rtl="0" eaLnBrk="0" fontAlgn="base" latinLnBrk="0" hangingPunct="0">
              <a:lnSpc>
                <a:spcPct val="100000"/>
              </a:lnSpc>
              <a:spcBef>
                <a:spcPts val="70"/>
              </a:spcBef>
              <a:spcAft>
                <a:spcPct val="0"/>
              </a:spcAft>
              <a:buClrTx/>
              <a:buSzTx/>
              <a:buFontTx/>
              <a:buChar char="»"/>
              <a:defRPr sz="319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79861" y="4367682"/>
            <a:ext cx="7136911" cy="4815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20">
                <a:latin typeface="+mn-lt"/>
              </a:defRPr>
            </a:lvl1pPr>
          </a:lstStyle>
          <a:p>
            <a:r>
              <a:rPr lang="en-GB" sz="3200" b="1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Prepared</a:t>
            </a:r>
            <a: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by</a:t>
            </a:r>
            <a:endParaRPr lang="en-GB" sz="3200" b="1" baseline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br>
              <a:rPr lang="en-GB" sz="3200" b="1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</a:b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 Surname; Name Surname, Name Surname, Name Surname, Name Surname , Name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Name</a:t>
            </a:r>
            <a:r>
              <a:rPr lang="en-GB" sz="3200" b="0" baseline="0" dirty="0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GB" sz="3200" b="0" baseline="0" dirty="0" err="1">
                <a:solidFill>
                  <a:srgbClr val="79954A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suraname</a:t>
            </a:r>
            <a:endParaRPr lang="en-GB" sz="3200" b="0" dirty="0">
              <a:solidFill>
                <a:srgbClr val="79954A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79863" y="16109431"/>
            <a:ext cx="6744508" cy="654833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9"/>
          </p:nvPr>
        </p:nvSpPr>
        <p:spPr>
          <a:xfrm>
            <a:off x="8057508" y="16981310"/>
            <a:ext cx="6303775" cy="499299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8057508" y="16109431"/>
            <a:ext cx="6303775" cy="654833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3" name="Content Placeholder 2"/>
          <p:cNvSpPr>
            <a:spLocks noGrp="1"/>
          </p:cNvSpPr>
          <p:nvPr>
            <p:ph idx="23"/>
          </p:nvPr>
        </p:nvSpPr>
        <p:spPr>
          <a:xfrm>
            <a:off x="15194418" y="16981310"/>
            <a:ext cx="6303773" cy="4992994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5194418" y="16109431"/>
            <a:ext cx="6303773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7" name="Content Placeholder 2"/>
          <p:cNvSpPr>
            <a:spLocks noGrp="1"/>
          </p:cNvSpPr>
          <p:nvPr>
            <p:ph idx="25"/>
          </p:nvPr>
        </p:nvSpPr>
        <p:spPr>
          <a:xfrm>
            <a:off x="8057505" y="23337636"/>
            <a:ext cx="6303775" cy="7096513"/>
          </a:xfrm>
          <a:prstGeom prst="rect">
            <a:avLst/>
          </a:prstGeom>
        </p:spPr>
        <p:txBody>
          <a:bodyPr/>
          <a:lstStyle>
            <a:lvl1pPr>
              <a:defRPr sz="2610"/>
            </a:lvl1pPr>
            <a:lvl2pPr>
              <a:defRPr sz="2610"/>
            </a:lvl2pPr>
            <a:lvl3pPr>
              <a:defRPr sz="2610"/>
            </a:lvl3pPr>
            <a:lvl4pPr>
              <a:defRPr sz="2610"/>
            </a:lvl4pPr>
            <a:lvl5pPr>
              <a:defRPr sz="261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8" name="Text Placeholder 15"/>
          <p:cNvSpPr>
            <a:spLocks noGrp="1"/>
          </p:cNvSpPr>
          <p:nvPr>
            <p:ph type="body" sz="quarter" idx="26" hasCustomPrompt="1"/>
          </p:nvPr>
        </p:nvSpPr>
        <p:spPr>
          <a:xfrm>
            <a:off x="8057508" y="22328553"/>
            <a:ext cx="6303775" cy="654833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29" name="Content Placeholder 2"/>
          <p:cNvSpPr>
            <a:spLocks noGrp="1"/>
          </p:cNvSpPr>
          <p:nvPr>
            <p:ph idx="27"/>
          </p:nvPr>
        </p:nvSpPr>
        <p:spPr>
          <a:xfrm>
            <a:off x="15194414" y="23337636"/>
            <a:ext cx="6303773" cy="7096513"/>
          </a:xfrm>
          <a:prstGeom prst="rect">
            <a:avLst/>
          </a:prstGeom>
        </p:spPr>
        <p:txBody>
          <a:bodyPr/>
          <a:lstStyle>
            <a:lvl1pPr>
              <a:defRPr sz="2320"/>
            </a:lvl1pPr>
            <a:lvl2pPr>
              <a:defRPr sz="2320"/>
            </a:lvl2pPr>
            <a:lvl3pPr>
              <a:defRPr sz="2320"/>
            </a:lvl3pPr>
            <a:lvl4pPr>
              <a:defRPr sz="2320"/>
            </a:lvl4pPr>
            <a:lvl5pPr>
              <a:defRPr sz="232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15"/>
          <p:cNvSpPr>
            <a:spLocks noGrp="1"/>
          </p:cNvSpPr>
          <p:nvPr>
            <p:ph type="body" sz="quarter" idx="28" hasCustomPrompt="1"/>
          </p:nvPr>
        </p:nvSpPr>
        <p:spPr>
          <a:xfrm>
            <a:off x="15194414" y="22465757"/>
            <a:ext cx="6303773" cy="731308"/>
          </a:xfrm>
          <a:prstGeom prst="rect">
            <a:avLst/>
          </a:prstGeom>
          <a:solidFill>
            <a:srgbClr val="79954A"/>
          </a:solidFill>
        </p:spPr>
        <p:txBody>
          <a:bodyPr anchor="ctr" anchorCtr="0"/>
          <a:lstStyle>
            <a:lvl1pPr marL="0" indent="0">
              <a:buNone/>
              <a:defRPr sz="319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sz="4400" dirty="0"/>
              <a:t>Subheading</a:t>
            </a:r>
            <a:endParaRPr lang="en-GB" dirty="0"/>
          </a:p>
        </p:txBody>
      </p:sp>
      <p:sp>
        <p:nvSpPr>
          <p:cNvPr id="31" name="Text Placeholder 15"/>
          <p:cNvSpPr>
            <a:spLocks noGrp="1"/>
          </p:cNvSpPr>
          <p:nvPr>
            <p:ph type="body" sz="quarter" idx="29" hasCustomPrompt="1"/>
          </p:nvPr>
        </p:nvSpPr>
        <p:spPr>
          <a:xfrm>
            <a:off x="8462568" y="4484300"/>
            <a:ext cx="13146094" cy="73130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48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4400" dirty="0"/>
              <a:t>Introduction/ Project description</a:t>
            </a:r>
            <a:endParaRPr lang="en-GB" dirty="0"/>
          </a:p>
        </p:txBody>
      </p:sp>
      <p:sp>
        <p:nvSpPr>
          <p:cNvPr id="32" name="Text Placeholder 15"/>
          <p:cNvSpPr>
            <a:spLocks noGrp="1"/>
          </p:cNvSpPr>
          <p:nvPr>
            <p:ph type="body" sz="quarter" idx="30" hasCustomPrompt="1"/>
          </p:nvPr>
        </p:nvSpPr>
        <p:spPr>
          <a:xfrm>
            <a:off x="479867" y="14886873"/>
            <a:ext cx="21018326" cy="73130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48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sz="4400" dirty="0"/>
              <a:t>Subtitle</a:t>
            </a:r>
            <a:endParaRPr lang="en-GB" dirty="0"/>
          </a:p>
        </p:txBody>
      </p:sp>
      <p:sp>
        <p:nvSpPr>
          <p:cNvPr id="33" name="Title 22"/>
          <p:cNvSpPr>
            <a:spLocks noGrp="1"/>
          </p:cNvSpPr>
          <p:nvPr>
            <p:ph type="title" hasCustomPrompt="1"/>
          </p:nvPr>
        </p:nvSpPr>
        <p:spPr>
          <a:xfrm>
            <a:off x="479861" y="351614"/>
            <a:ext cx="14273822" cy="319382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8700" baseline="0"/>
            </a:lvl1pPr>
          </a:lstStyle>
          <a:p>
            <a:r>
              <a:rPr lang="en-US" dirty="0"/>
              <a:t>Poster title goes here</a:t>
            </a:r>
            <a:endParaRPr lang="en-GB" dirty="0"/>
          </a:p>
        </p:txBody>
      </p:sp>
      <p:sp>
        <p:nvSpPr>
          <p:cNvPr id="3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254930" y="31259623"/>
            <a:ext cx="17188025" cy="100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3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GB" dirty="0"/>
              <a:t>Grant agreement or any other small font information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479860" y="9806125"/>
            <a:ext cx="7136911" cy="414123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 Box 14"/>
          <p:cNvSpPr txBox="1">
            <a:spLocks noChangeArrowheads="1"/>
          </p:cNvSpPr>
          <p:nvPr/>
        </p:nvSpPr>
        <p:spPr bwMode="auto">
          <a:xfrm>
            <a:off x="467202" y="32488894"/>
            <a:ext cx="2398150" cy="110490"/>
          </a:xfrm>
          <a:prstGeom prst="rect">
            <a:avLst/>
          </a:prstGeom>
          <a:noFill/>
          <a:ln>
            <a:noFill/>
          </a:ln>
        </p:spPr>
        <p:txBody>
          <a:bodyPr lIns="54262" tIns="27125" rIns="54262" bIns="27125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706020202030204" pitchFamily="34" charset="0"/>
                <a:ea typeface="MS PGothic"/>
                <a:cs typeface="MS PGothic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580" b="1">
                <a:latin typeface="Arial" panose="020B0704020202020204" pitchFamily="34" charset="0"/>
              </a:rPr>
              <a:t>Poster template by ResearchPosters.co.za</a:t>
            </a:r>
            <a:endParaRPr lang="en-US" sz="580" b="1">
              <a:latin typeface="Arial" panose="020B07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945830" cy="329174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dt="0"/>
  <p:txStyles>
    <p:titleStyle>
      <a:lvl1pPr algn="ctr" defTabSz="542925" rtl="0" eaLnBrk="0" fontAlgn="base" hangingPunct="0">
        <a:spcBef>
          <a:spcPct val="0"/>
        </a:spcBef>
        <a:spcAft>
          <a:spcPct val="0"/>
        </a:spcAft>
        <a:defRPr sz="5220">
          <a:solidFill>
            <a:srgbClr val="FFFFFF"/>
          </a:solidFill>
          <a:latin typeface="+mj-lt"/>
          <a:ea typeface="MS PGothic" panose="020B0600070205080204" pitchFamily="34" charset="-128"/>
          <a:cs typeface="MS PGothic" charset="-128"/>
        </a:defRPr>
      </a:lvl1pPr>
      <a:lvl2pPr algn="ctr" defTabSz="749300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panose="020B0A04020102020204" charset="0"/>
          <a:ea typeface="MS PGothic" panose="020B0600070205080204" pitchFamily="34" charset="-128"/>
          <a:cs typeface="MS PGothic" charset="-128"/>
        </a:defRPr>
      </a:lvl2pPr>
      <a:lvl3pPr algn="ctr" defTabSz="749300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panose="020B0A04020102020204" charset="0"/>
          <a:ea typeface="MS PGothic" panose="020B0600070205080204" pitchFamily="34" charset="-128"/>
          <a:cs typeface="MS PGothic" charset="-128"/>
        </a:defRPr>
      </a:lvl3pPr>
      <a:lvl4pPr algn="ctr" defTabSz="749300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panose="020B0A04020102020204" charset="0"/>
          <a:ea typeface="MS PGothic" panose="020B0600070205080204" pitchFamily="34" charset="-128"/>
          <a:cs typeface="MS PGothic" charset="-128"/>
        </a:defRPr>
      </a:lvl4pPr>
      <a:lvl5pPr algn="ctr" defTabSz="749300" rtl="0" eaLnBrk="0" fontAlgn="base" hangingPunct="0">
        <a:spcBef>
          <a:spcPct val="0"/>
        </a:spcBef>
        <a:spcAft>
          <a:spcPct val="0"/>
        </a:spcAft>
        <a:defRPr sz="7200">
          <a:solidFill>
            <a:srgbClr val="FFFFFF"/>
          </a:solidFill>
          <a:latin typeface="Arial Black" panose="020B0A04020102020204" charset="0"/>
          <a:ea typeface="MS PGothic" panose="020B0600070205080204" pitchFamily="34" charset="-128"/>
          <a:cs typeface="MS PGothic" charset="-128"/>
        </a:defRPr>
      </a:lvl5pPr>
      <a:lvl6pPr marL="457200" algn="ctr" defTabSz="749300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panose="020B0A04020102020204" charset="0"/>
        </a:defRPr>
      </a:lvl6pPr>
      <a:lvl7pPr marL="914400" algn="ctr" defTabSz="749300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panose="020B0A04020102020204" charset="0"/>
        </a:defRPr>
      </a:lvl7pPr>
      <a:lvl8pPr marL="1371600" algn="ctr" defTabSz="749300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panose="020B0A04020102020204" charset="0"/>
        </a:defRPr>
      </a:lvl8pPr>
      <a:lvl9pPr marL="1828800" algn="ctr" defTabSz="749300" rtl="0" fontAlgn="base">
        <a:spcBef>
          <a:spcPct val="0"/>
        </a:spcBef>
        <a:spcAft>
          <a:spcPct val="0"/>
        </a:spcAft>
        <a:defRPr sz="7200">
          <a:solidFill>
            <a:schemeClr val="tx2"/>
          </a:solidFill>
          <a:latin typeface="Arial Black" panose="020B0A04020102020204" charset="0"/>
        </a:defRPr>
      </a:lvl9pPr>
    </p:titleStyle>
    <p:bodyStyle>
      <a:lvl1pPr marL="203835" indent="-203835" algn="l" defTabSz="542925" rtl="0" eaLnBrk="0" fontAlgn="base" hangingPunct="0">
        <a:spcBef>
          <a:spcPts val="70"/>
        </a:spcBef>
        <a:spcAft>
          <a:spcPct val="0"/>
        </a:spcAft>
        <a:buChar char="•"/>
        <a:defRPr sz="1740">
          <a:solidFill>
            <a:schemeClr val="tx2"/>
          </a:solidFill>
          <a:latin typeface="+mn-lt"/>
          <a:ea typeface="MS PGothic" panose="020B0600070205080204" pitchFamily="34" charset="-128"/>
          <a:cs typeface="MS PGothic" charset="-128"/>
        </a:defRPr>
      </a:lvl1pPr>
      <a:lvl2pPr marL="439420" indent="-168275" algn="l" defTabSz="542925" rtl="0" eaLnBrk="0" fontAlgn="base" hangingPunct="0">
        <a:spcBef>
          <a:spcPts val="70"/>
        </a:spcBef>
        <a:spcAft>
          <a:spcPct val="0"/>
        </a:spcAft>
        <a:buChar char="–"/>
        <a:defRPr sz="1740">
          <a:solidFill>
            <a:schemeClr val="tx2"/>
          </a:solidFill>
          <a:latin typeface="+mn-lt"/>
          <a:ea typeface="MS PGothic" panose="020B0600070205080204" pitchFamily="34" charset="-128"/>
          <a:cs typeface="MS PGothic"/>
        </a:defRPr>
      </a:lvl2pPr>
      <a:lvl3pPr marL="680085" indent="-137160" algn="l" defTabSz="542925" rtl="0" eaLnBrk="0" fontAlgn="base" hangingPunct="0">
        <a:spcBef>
          <a:spcPts val="70"/>
        </a:spcBef>
        <a:spcAft>
          <a:spcPct val="0"/>
        </a:spcAft>
        <a:buChar char="•"/>
        <a:defRPr sz="1450">
          <a:solidFill>
            <a:schemeClr val="tx1"/>
          </a:solidFill>
          <a:latin typeface="+mn-lt"/>
          <a:ea typeface="MS PGothic" panose="020B0600070205080204" pitchFamily="34" charset="-128"/>
          <a:cs typeface="MS PGothic"/>
        </a:defRPr>
      </a:lvl3pPr>
      <a:lvl4pPr marL="951865" indent="-135890" algn="l" defTabSz="542925" rtl="0" eaLnBrk="0" fontAlgn="base" hangingPunct="0">
        <a:spcBef>
          <a:spcPts val="70"/>
        </a:spcBef>
        <a:spcAft>
          <a:spcPct val="0"/>
        </a:spcAft>
        <a:buChar char="–"/>
        <a:defRPr sz="1160">
          <a:solidFill>
            <a:schemeClr val="tx1"/>
          </a:solidFill>
          <a:latin typeface="+mn-lt"/>
          <a:ea typeface="MS PGothic" panose="020B0600070205080204" pitchFamily="34" charset="-128"/>
          <a:cs typeface="MS PGothic"/>
        </a:defRPr>
      </a:lvl4pPr>
      <a:lvl5pPr marL="1223645" indent="-135890" algn="l" defTabSz="542925" rtl="0" eaLnBrk="0" fontAlgn="base" hangingPunct="0">
        <a:spcBef>
          <a:spcPts val="70"/>
        </a:spcBef>
        <a:spcAft>
          <a:spcPct val="0"/>
        </a:spcAft>
        <a:buChar char="»"/>
        <a:defRPr sz="1160">
          <a:solidFill>
            <a:schemeClr val="tx1"/>
          </a:solidFill>
          <a:latin typeface="+mn-lt"/>
          <a:ea typeface="MS PGothic" panose="020B0600070205080204" pitchFamily="34" charset="-128"/>
          <a:cs typeface="MS PGothic"/>
        </a:defRPr>
      </a:lvl5pPr>
      <a:lvl6pPr marL="1555115" indent="-135890" algn="l" defTabSz="542925" rtl="0" fontAlgn="base">
        <a:spcBef>
          <a:spcPts val="70"/>
        </a:spcBef>
        <a:spcAft>
          <a:spcPct val="0"/>
        </a:spcAft>
        <a:buChar char="»"/>
        <a:defRPr sz="1160">
          <a:solidFill>
            <a:schemeClr val="tx1"/>
          </a:solidFill>
          <a:latin typeface="+mn-lt"/>
          <a:ea typeface="MS PGothic" charset="-128"/>
        </a:defRPr>
      </a:lvl6pPr>
      <a:lvl7pPr marL="1886585" indent="-135890" algn="l" defTabSz="542925" rtl="0" fontAlgn="base">
        <a:spcBef>
          <a:spcPts val="70"/>
        </a:spcBef>
        <a:spcAft>
          <a:spcPct val="0"/>
        </a:spcAft>
        <a:buChar char="»"/>
        <a:defRPr sz="1160">
          <a:solidFill>
            <a:schemeClr val="tx1"/>
          </a:solidFill>
          <a:latin typeface="+mn-lt"/>
          <a:ea typeface="MS PGothic" charset="-128"/>
        </a:defRPr>
      </a:lvl7pPr>
      <a:lvl8pPr marL="2217420" indent="-135890" algn="l" defTabSz="542925" rtl="0" fontAlgn="base">
        <a:spcBef>
          <a:spcPts val="70"/>
        </a:spcBef>
        <a:spcAft>
          <a:spcPct val="0"/>
        </a:spcAft>
        <a:buChar char="»"/>
        <a:defRPr sz="1160">
          <a:solidFill>
            <a:schemeClr val="tx1"/>
          </a:solidFill>
          <a:latin typeface="+mn-lt"/>
          <a:ea typeface="MS PGothic" charset="-128"/>
        </a:defRPr>
      </a:lvl8pPr>
      <a:lvl9pPr marL="2548890" indent="-135890" algn="l" defTabSz="542925" rtl="0" fontAlgn="base">
        <a:spcBef>
          <a:spcPts val="70"/>
        </a:spcBef>
        <a:spcAft>
          <a:spcPct val="0"/>
        </a:spcAft>
        <a:buChar char="»"/>
        <a:defRPr sz="1160">
          <a:solidFill>
            <a:schemeClr val="tx1"/>
          </a:solidFill>
          <a:latin typeface="+mn-lt"/>
          <a:ea typeface="MS PGothic" charset="-128"/>
        </a:defRPr>
      </a:lvl9pPr>
    </p:bodyStyle>
    <p:otherStyle>
      <a:defPPr>
        <a:defRPr lang="en-GB"/>
      </a:defPPr>
      <a:lvl1pPr marL="0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1pPr>
      <a:lvl2pPr marL="331470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2pPr>
      <a:lvl3pPr marL="662940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3pPr>
      <a:lvl4pPr marL="994410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5pPr>
      <a:lvl6pPr marL="1657350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6pPr>
      <a:lvl7pPr marL="1988185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7pPr>
      <a:lvl8pPr marL="2319655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8pPr>
      <a:lvl9pPr marL="2651125" algn="l" defTabSz="331470" rtl="0" eaLnBrk="1" latinLnBrk="0" hangingPunct="1">
        <a:defRPr sz="13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qrcode_github.c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3165" y="520700"/>
            <a:ext cx="4450715" cy="4450715"/>
          </a:xfrm>
          <a:prstGeom prst="rect">
            <a:avLst/>
          </a:prstGeom>
        </p:spPr>
      </p:pic>
      <p:pic>
        <p:nvPicPr>
          <p:cNvPr id="3" name="Picture 2" descr="logo_v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" y="777875"/>
            <a:ext cx="3159125" cy="394779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730288" y="4197690"/>
            <a:ext cx="18577013" cy="1488596"/>
          </a:xfrm>
        </p:spPr>
        <p:txBody>
          <a:bodyPr/>
          <a:lstStyle/>
          <a:p>
            <a:pPr algn="ctr"/>
            <a:r>
              <a:rPr lang="en-US" altLang="en-GB" sz="3200" dirty="0"/>
              <a:t>Yuchen Zhu</a:t>
            </a:r>
            <a:endParaRPr lang="en-US" altLang="en-GB" sz="3200" dirty="0"/>
          </a:p>
          <a:p>
            <a:pPr algn="ctr"/>
            <a:r>
              <a:rPr lang="en-US" altLang="en-GB" sz="3200" dirty="0"/>
              <a:t>zyc20070222@gmail.com</a:t>
            </a:r>
            <a:endParaRPr lang="en-US" altLang="en-GB" sz="3200" dirty="0"/>
          </a:p>
          <a:p>
            <a:pPr algn="ctr"/>
            <a:r>
              <a:rPr lang="en-US" altLang="en-US" sz="3200" dirty="0"/>
              <a:t>School of Computer Engineering and Science, Shanghai University</a:t>
            </a:r>
            <a:endParaRPr lang="en-US" altLang="en-US" sz="3200" dirty="0"/>
          </a:p>
          <a:p>
            <a:pPr algn="ctr"/>
            <a:br>
              <a:rPr lang="en-GB" sz="1740" i="1" dirty="0"/>
            </a:br>
            <a:endParaRPr lang="en-GB" sz="1740" i="1" dirty="0"/>
          </a:p>
        </p:txBody>
      </p:sp>
      <p:sp>
        <p:nvSpPr>
          <p:cNvPr id="68" name="Title 67"/>
          <p:cNvSpPr>
            <a:spLocks noGrp="1"/>
          </p:cNvSpPr>
          <p:nvPr>
            <p:ph type="title"/>
          </p:nvPr>
        </p:nvSpPr>
        <p:spPr>
          <a:xfrm>
            <a:off x="3387090" y="-283210"/>
            <a:ext cx="14609445" cy="4013200"/>
          </a:xfrm>
        </p:spPr>
        <p:txBody>
          <a:bodyPr>
            <a:noAutofit/>
          </a:bodyPr>
          <a:lstStyle/>
          <a:p>
            <a:pPr algn="ctr"/>
            <a:br>
              <a:rPr lang="en-US" altLang="en-US" sz="5800" b="1" dirty="0">
                <a:solidFill>
                  <a:srgbClr val="FF9F89"/>
                </a:solidFill>
              </a:rPr>
            </a:br>
            <a:r>
              <a:rPr lang="en-US" altLang="en-US" sz="5800" b="1" dirty="0">
                <a:solidFill>
                  <a:srgbClr val="FF9F89"/>
                </a:solidFill>
              </a:rPr>
              <a:t>Prompt-Level Drift as an Operational Monitoring Problem: Schema Failure Cliffs and Judge-Version Risk in Artifact-Grounded Evaluation</a:t>
            </a:r>
            <a:endParaRPr lang="en-US" altLang="en-US" sz="5800" b="1" dirty="0">
              <a:solidFill>
                <a:srgbClr val="FF9F89"/>
              </a:solidFill>
            </a:endParaRPr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14"/>
          </p:nvPr>
        </p:nvSpPr>
        <p:spPr>
          <a:xfrm>
            <a:off x="467995" y="6462395"/>
            <a:ext cx="20869275" cy="4569460"/>
          </a:xfrm>
        </p:spPr>
        <p:txBody>
          <a:bodyPr anchor="t"/>
          <a:lstStyle/>
          <a:p>
            <a:pPr/>
            <a:r>
              <a:rPr lang="en-US" altLang="en-US" sz="2610" dirty="0">
                <a:solidFill>
                  <a:schemeClr val="tx1"/>
                </a:solidFill>
              </a:rPr>
              <a:t>Prompt edits in LLM systems are often treated as harmless refactors, even though prompts also enforce output interfaces required by downstream tooling.</a:t>
            </a:r>
            <a:endParaRPr lang="en-US" altLang="en-US" sz="2610" dirty="0">
              <a:solidFill>
                <a:schemeClr val="tx1"/>
              </a:solidFill>
            </a:endParaRPr>
          </a:p>
          <a:p>
            <a:pPr/>
            <a:r>
              <a:rPr lang="en-US" altLang="en-US" sz="2610" dirty="0">
                <a:solidFill>
                  <a:schemeClr val="tx1"/>
                </a:solidFill>
              </a:rPr>
              <a:t>We frame prompt-level drift as an operational monitoring problem: small prompt changes can trigger schema failures, degrade instruction following, and shift conclusions when judge prompts change.</a:t>
            </a:r>
            <a:endParaRPr lang="en-US" altLang="en-US" sz="2610" dirty="0">
              <a:solidFill>
                <a:schemeClr val="tx1"/>
              </a:solidFill>
            </a:endParaRPr>
          </a:p>
          <a:p>
            <a:pPr/>
            <a:endParaRPr lang="en-US" altLang="en-US" sz="2610" dirty="0">
              <a:solidFill>
                <a:schemeClr val="tx1"/>
              </a:solidFill>
            </a:endParaRPr>
          </a:p>
          <a:p>
            <a:pPr/>
            <a:r>
              <a:rPr lang="en-US" altLang="en-US" sz="2610" dirty="0">
                <a:solidFill>
                  <a:schemeClr val="tx1"/>
                </a:solidFill>
              </a:rPr>
              <a:t>- We treat prompt edits as configuration drift and define three operational incident types: interface failures, quality degradation, and measurement drift.</a:t>
            </a:r>
            <a:endParaRPr lang="en-US" altLang="en-US" sz="2610" dirty="0">
              <a:solidFill>
                <a:schemeClr val="tx1"/>
              </a:solidFill>
            </a:endParaRPr>
          </a:p>
          <a:p>
            <a:pPr/>
            <a:r>
              <a:rPr lang="en-US" altLang="en-US" sz="2610" dirty="0">
                <a:solidFill>
                  <a:schemeClr val="tx1"/>
                </a:solidFill>
              </a:rPr>
              <a:t>- We introduce an artifact-grounded, one-way evidence chain from prompt variants to preserved outputs, versioned judge slices, processed records, and summary tables.</a:t>
            </a:r>
            <a:endParaRPr lang="en-US" altLang="en-US" sz="2610" dirty="0">
              <a:solidFill>
                <a:schemeClr val="tx1"/>
              </a:solidFill>
            </a:endParaRPr>
          </a:p>
          <a:p>
            <a:pPr/>
            <a:r>
              <a:rPr lang="en-US" altLang="en-US" sz="2610" dirty="0">
                <a:solidFill>
                  <a:schemeClr val="tx1"/>
                </a:solidFill>
              </a:rPr>
              <a:t>- Using fixed-snapshot evidence, we show schema failure cliffs, slice-dependent degradation, and judge-version sensitivity as concrete operational risks.</a:t>
            </a:r>
            <a:endParaRPr lang="en-US" altLang="en-US" sz="2610" dirty="0">
              <a:solidFill>
                <a:schemeClr val="tx1"/>
              </a:solidFill>
            </a:endParaRPr>
          </a:p>
          <a:p>
            <a:pPr/>
            <a:endParaRPr lang="en-US" altLang="en-US" sz="2610" dirty="0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227965" y="6049645"/>
            <a:ext cx="21452205" cy="5103495"/>
          </a:xfrm>
          <a:prstGeom prst="rect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199390" y="5600700"/>
            <a:ext cx="4174490" cy="898525"/>
          </a:xfrm>
          <a:prstGeom prst="rect">
            <a:avLst/>
          </a:prstGeom>
          <a:solidFill>
            <a:srgbClr val="2ED2AB"/>
          </a:solidFill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57480" y="5814695"/>
            <a:ext cx="462026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6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Introduction &amp; Contributions</a:t>
            </a:r>
            <a:endParaRPr lang="en-US" sz="260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78435" y="11807825"/>
            <a:ext cx="10524490" cy="4905375"/>
          </a:xfrm>
          <a:prstGeom prst="rect">
            <a:avLst/>
          </a:prstGeom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63195" y="11476355"/>
            <a:ext cx="2771775" cy="810895"/>
          </a:xfrm>
          <a:prstGeom prst="rect">
            <a:avLst/>
          </a:prstGeom>
          <a:solidFill>
            <a:srgbClr val="2ED2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339090" y="11591925"/>
            <a:ext cx="36048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6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Key Definitions</a:t>
            </a:r>
            <a:endParaRPr lang="en-US" altLang="en-US" sz="260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264160" y="12414250"/>
            <a:ext cx="110820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Prompt-level drift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0">
              <a:buFont typeface="Arial" panose="020B0704020202020204" pitchFamily="34" charset="0"/>
              <a:buNone/>
            </a:pP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   Task-preserving edits to generator or judge prompts that change 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0">
              <a:buFont typeface="Arial" panose="020B0704020202020204" pitchFamily="34" charset="0"/>
              <a:buNone/>
            </a:pP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   </a:t>
            </a:r>
            <a:r>
              <a:rPr lang="en-US" altLang="en-US">
                <a:latin typeface="Arial Regular" panose="020B0704020202020204" charset="0"/>
                <a:cs typeface="Arial Regular" panose="020B0704020202020204" charset="0"/>
                <a:sym typeface="+mn-ea"/>
              </a:rPr>
              <a:t>wording, ordering, markers, delimiters, or emphasis.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0">
              <a:buFont typeface="Arial" panose="020B0704020202020204" pitchFamily="34" charset="0"/>
              <a:buNone/>
            </a:pP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Schema hard-break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0">
              <a:buFont typeface="Arial" panose="020B0704020202020204" pitchFamily="34" charset="0"/>
              <a:buNone/>
            </a:pP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   A_structure = 0; the required three-section interface is not satisfied.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Judge-version sensitivity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0">
              <a:buFont typeface="Arial" panose="020B0704020202020204" pitchFamily="34" charset="0"/>
              <a:buNone/>
            </a:pP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   Score shifts caused by changing the judge prompt version on identical   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pPr marL="0" indent="0">
              <a:buFont typeface="Arial" panose="020B0704020202020204" pitchFamily="34" charset="0"/>
              <a:buNone/>
            </a:pP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   preserved outputs.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11155045" y="11804015"/>
            <a:ext cx="10525125" cy="8439785"/>
          </a:xfrm>
          <a:prstGeom prst="rect">
            <a:avLst/>
          </a:prstGeom>
          <a:noFill/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17771745" y="11388725"/>
            <a:ext cx="3959225" cy="904240"/>
          </a:xfrm>
          <a:prstGeom prst="rect">
            <a:avLst/>
          </a:prstGeom>
          <a:solidFill>
            <a:srgbClr val="2ED2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17771745" y="11577955"/>
            <a:ext cx="417385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6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Evidence Base &amp; Pipeline</a:t>
            </a:r>
            <a:endParaRPr lang="en-US" altLang="en-US" sz="260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35" name="Picture 34" descr="fig_pipe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8890" y="12680950"/>
            <a:ext cx="10176510" cy="5177790"/>
          </a:xfrm>
          <a:prstGeom prst="rect">
            <a:avLst/>
          </a:prstGeom>
        </p:spPr>
      </p:pic>
      <p:sp>
        <p:nvSpPr>
          <p:cNvPr id="36" name="Text Box 35"/>
          <p:cNvSpPr txBox="1"/>
          <p:nvPr/>
        </p:nvSpPr>
        <p:spPr>
          <a:xfrm>
            <a:off x="11456670" y="18140045"/>
            <a:ext cx="101530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Prompt variants </a:t>
            </a:r>
            <a:r>
              <a:rPr lang="en-US" altLang="en-US">
                <a:latin typeface="Arial" panose="020B0704020202020204" pitchFamily="34" charset="0"/>
                <a:cs typeface="Arial" panose="020B0704020202020204" pitchFamily="34" charset="0"/>
              </a:rPr>
              <a:t>→</a:t>
            </a: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raw outputs </a:t>
            </a:r>
            <a:r>
              <a:rPr lang="en-US" altLang="en-US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→</a:t>
            </a: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judge slices </a:t>
            </a:r>
            <a:r>
              <a:rPr lang="en-US" altLang="en-US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→</a:t>
            </a: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processed records </a:t>
            </a:r>
            <a:r>
              <a:rPr lang="en-US" altLang="en-US"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→</a:t>
            </a:r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 summary tables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r>
              <a:rPr lang="en-US" altLang="en-US">
                <a:latin typeface="Arial Regular" panose="020B0704020202020204" charset="0"/>
                <a:cs typeface="Arial Regular" panose="020B0704020202020204" charset="0"/>
              </a:rPr>
              <a:t>This one-way evidence chain makes all reported aggregates auditable without mutating earlier artifacts.</a:t>
            </a:r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  <a:p>
            <a:endParaRPr lang="en-US" altLang="en-US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178435" y="17131665"/>
            <a:ext cx="2564130" cy="904240"/>
          </a:xfrm>
          <a:prstGeom prst="rect">
            <a:avLst/>
          </a:prstGeom>
          <a:solidFill>
            <a:srgbClr val="2ED2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447675" y="17329150"/>
            <a:ext cx="23628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6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Main Results</a:t>
            </a:r>
            <a:endParaRPr lang="en-US" altLang="en-US" sz="260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  <p:pic>
        <p:nvPicPr>
          <p:cNvPr id="51" name="Picture 50" descr="fig2_heatm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70525"/>
            <a:ext cx="10493375" cy="6353810"/>
          </a:xfrm>
          <a:prstGeom prst="rect">
            <a:avLst/>
          </a:prstGeom>
        </p:spPr>
      </p:pic>
      <p:pic>
        <p:nvPicPr>
          <p:cNvPr id="55" name="Picture 54" descr="fig4_dimension_failure_r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9555" y="20728305"/>
            <a:ext cx="5621020" cy="4525645"/>
          </a:xfrm>
          <a:prstGeom prst="rect">
            <a:avLst/>
          </a:prstGeom>
        </p:spPr>
      </p:pic>
      <p:pic>
        <p:nvPicPr>
          <p:cNvPr id="56" name="Picture 55" descr="fig5_judge_comparis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21735" y="20894675"/>
            <a:ext cx="5340985" cy="4097020"/>
          </a:xfrm>
          <a:prstGeom prst="rect">
            <a:avLst/>
          </a:prstGeom>
        </p:spPr>
      </p:pic>
      <p:sp>
        <p:nvSpPr>
          <p:cNvPr id="61" name="Text Box 60"/>
          <p:cNvSpPr txBox="1"/>
          <p:nvPr/>
        </p:nvSpPr>
        <p:spPr>
          <a:xfrm>
            <a:off x="690880" y="25069800"/>
            <a:ext cx="93154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>
                <a:latin typeface="Arial Regular" panose="020B0704020202020204" charset="0"/>
                <a:cs typeface="Arial Regular" panose="020B0704020202020204" charset="0"/>
              </a:rPr>
              <a:t>Slice-level heterogeneity under implicit prompting: controlled prompt perturbations do not form a monotonic ablation curve, and some variants preserve interface compliance better than the baseline.</a:t>
            </a:r>
            <a:endParaRPr lang="en-US" altLang="en-US" sz="360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0702925" y="25738455"/>
            <a:ext cx="529145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Implicit prompting raises failure rates across all five rubric dimensions, indicating broad instruction-following degradation beyond schema break alone.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64" name="Text Box 63"/>
          <p:cNvSpPr txBox="1"/>
          <p:nvPr/>
        </p:nvSpPr>
        <p:spPr>
          <a:xfrm>
            <a:off x="16544290" y="25822910"/>
            <a:ext cx="506539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Judge prompt updates produce large score shifts on identical preserved outputs, turning evaluator versioning into a source of measurement risk.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178435" y="29037915"/>
            <a:ext cx="21431250" cy="370649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153035" y="28595955"/>
            <a:ext cx="3850005" cy="810895"/>
          </a:xfrm>
          <a:prstGeom prst="rect">
            <a:avLst/>
          </a:prstGeom>
          <a:solidFill>
            <a:srgbClr val="2ED2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16983075" y="28675965"/>
            <a:ext cx="4652010" cy="748030"/>
          </a:xfrm>
          <a:prstGeom prst="rect">
            <a:avLst/>
          </a:prstGeom>
          <a:solidFill>
            <a:srgbClr val="2ED2A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3600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69" name="Text Box 68"/>
          <p:cNvSpPr txBox="1"/>
          <p:nvPr/>
        </p:nvSpPr>
        <p:spPr>
          <a:xfrm>
            <a:off x="305435" y="28776930"/>
            <a:ext cx="384937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6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Operational Takeaways</a:t>
            </a:r>
            <a:endParaRPr lang="en-US" altLang="en-US" sz="260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70" name="Text Box 69"/>
          <p:cNvSpPr txBox="1"/>
          <p:nvPr/>
        </p:nvSpPr>
        <p:spPr>
          <a:xfrm>
            <a:off x="17066895" y="28780105"/>
            <a:ext cx="46208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6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Compact Monitoring Schema</a:t>
            </a:r>
            <a:endParaRPr lang="en-US" altLang="en-US" sz="260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71" name="Text Box 70"/>
          <p:cNvSpPr txBox="1"/>
          <p:nvPr/>
        </p:nvSpPr>
        <p:spPr>
          <a:xfrm>
            <a:off x="374015" y="29783405"/>
            <a:ext cx="1078103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Catch: Monitor schema validity and worst-slice behavior, not only overall averages.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Adapt: Treat prompt edits as migrations with canaries, rollback criteria, and post-mortems.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Operate: Pin judge versions and avoid pooling metrics across evaluator prompts.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</p:txBody>
      </p:sp>
      <p:sp>
        <p:nvSpPr>
          <p:cNvPr id="73" name="Text Box 72"/>
          <p:cNvSpPr txBox="1"/>
          <p:nvPr/>
        </p:nvSpPr>
        <p:spPr>
          <a:xfrm>
            <a:off x="13312775" y="29761815"/>
            <a:ext cx="817689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Hard-break rate: interface outage monitor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Dimension failure rate: rubric-level degradation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Mean total: overall severity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Coverage n(pi): slice support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800">
                <a:latin typeface="Arial Regular" panose="020B0704020202020204" charset="0"/>
                <a:cs typeface="Arial Regular" panose="020B0704020202020204" charset="0"/>
              </a:rPr>
              <a:t>Judge version: evaluator lineage</a:t>
            </a:r>
            <a:endParaRPr lang="en-US" altLang="en-US" sz="2800">
              <a:latin typeface="Arial Regular" panose="020B0704020202020204" charset="0"/>
              <a:cs typeface="Arial Regular" panose="020B07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9">
      <a:dk1>
        <a:sysClr val="windowText" lastClr="000000"/>
      </a:dk1>
      <a:lt1>
        <a:sysClr val="window" lastClr="FFFFFF"/>
      </a:lt1>
      <a:dk2>
        <a:srgbClr val="000000"/>
      </a:dk2>
      <a:lt2>
        <a:srgbClr val="DBDBDB"/>
      </a:lt2>
      <a:accent1>
        <a:srgbClr val="000000"/>
      </a:accent1>
      <a:accent2>
        <a:srgbClr val="6B9F25"/>
      </a:accent2>
      <a:accent3>
        <a:srgbClr val="C0CF3A"/>
      </a:accent3>
      <a:accent4>
        <a:srgbClr val="029676"/>
      </a:accent4>
      <a:accent5>
        <a:srgbClr val="4AB5C4"/>
      </a:accent5>
      <a:accent6>
        <a:srgbClr val="017058"/>
      </a:accent6>
      <a:hlink>
        <a:srgbClr val="6B9F25"/>
      </a:hlink>
      <a:folHlink>
        <a:srgbClr val="BA6906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panose="020B0706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panose="020B0706020202030204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2637</Words>
  <Application>WPS Presentation</Application>
  <PresentationFormat>Custom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5" baseType="lpstr">
      <vt:lpstr>Arial</vt:lpstr>
      <vt:lpstr>SimSun</vt:lpstr>
      <vt:lpstr>Wingdings</vt:lpstr>
      <vt:lpstr>Arial Narrow</vt:lpstr>
      <vt:lpstr>MS PGothic</vt:lpstr>
      <vt:lpstr>Hiragino Sans</vt:lpstr>
      <vt:lpstr>MS PGothic</vt:lpstr>
      <vt:lpstr>MS PGothic</vt:lpstr>
      <vt:lpstr>Arial Black</vt:lpstr>
      <vt:lpstr>宋体-简</vt:lpstr>
      <vt:lpstr>Times New Roman</vt:lpstr>
      <vt:lpstr>Microsoft YaHei</vt:lpstr>
      <vt:lpstr>汉仪旗黑</vt:lpstr>
      <vt:lpstr>Arial Unicode MS</vt:lpstr>
      <vt:lpstr>MS PGothic</vt:lpstr>
      <vt:lpstr>SimSun</vt:lpstr>
      <vt:lpstr>苹方-简</vt:lpstr>
      <vt:lpstr>American Typewriter Regular</vt:lpstr>
      <vt:lpstr>ArialMT</vt:lpstr>
      <vt:lpstr>Hiragino Sans GB</vt:lpstr>
      <vt:lpstr>Arial Regular</vt:lpstr>
      <vt:lpstr>Arial Bold</vt:lpstr>
      <vt:lpstr>Arial Italic</vt:lpstr>
      <vt:lpstr>Custom Design</vt:lpstr>
      <vt:lpstr>Title</vt:lpstr>
    </vt:vector>
  </TitlesOfParts>
  <Company>www.PosterPresentations.com</Company>
  <LinksUpToDate>false</LinksUpToDate>
  <SharedDoc>false</SharedDoc>
  <HyperlinksChanged>false</HyperlinksChanged>
  <AppVersion>14.0000</AppVersion>
  <HyperlinkBase>http://www.posterpresentations.com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 Portrait Poster Template</dc:title>
  <dc:creator>Copywrite Digital - Tralee - 066 7128671</dc:creator>
  <cp:keywords>poster presentation, poster design, poster template</cp:keywords>
  <dc:description>Non-authorized printing of this poster template by any commercial printing service other than PosterPresentations.com is strictly prohibited.
Non-profit educational printing centers are exempt.
To obtain printing authorization call:
1.866.649.3004
© 2009</dc:description>
  <dc:subject>Free PowerPoint poster templates</dc:subject>
  <cp:category>Powerpoint poster templates</cp:category>
  <cp:lastModifiedBy>朱宇晨</cp:lastModifiedBy>
  <cp:revision>443</cp:revision>
  <cp:lastPrinted>2026-04-06T13:01:27Z</cp:lastPrinted>
  <dcterms:created xsi:type="dcterms:W3CDTF">2026-04-06T13:01:27Z</dcterms:created>
  <dcterms:modified xsi:type="dcterms:W3CDTF">2026-04-06T13:01:27Z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D741AA487998F7A5448BD36945BFF965_43</vt:lpwstr>
  </property>
  <property fmtid="{D5CDD505-2E9C-101B-9397-08002B2CF9AE}" pid="3" name="KSOProductBuildVer">
    <vt:lpwstr>1033-12.1.23143.23143</vt:lpwstr>
  </property>
</Properties>
</file>